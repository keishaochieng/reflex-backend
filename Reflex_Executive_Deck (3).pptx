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286000"/>
            <a:ext cx="12188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REFLEX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0" y="342900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Coordination for Kenyan Retailers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Sprint — Executive Review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126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Keisha (Backend) · Muuo (Frontend) · Sara (Trade-offs/Roadmap) · Isaac (Edge Cases) · Ezra Kuteres (Presentation/Demo)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coordinate deliveries over WhatsApp and phone calls — no record, no visibility, no proof.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057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Staff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2057400"/>
            <a:ext cx="7342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way to track a request once it's sent — just hopes it gets done.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3200400"/>
            <a:ext cx="7342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Juggles assignments from memory or scattered chats, with no single view of open work.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43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4343400"/>
            <a:ext cx="7342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instructions verbally, with no structured way to confirm progress or completion.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gives each persona exactly one job — with a shared source of truth in between.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14344" cy="329184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Staff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2965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 delivery request: customer, phone, address, item.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7304" y="2103120"/>
            <a:ext cx="3514344" cy="329184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657344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57344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11624" y="310896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1624" y="3611880"/>
            <a:ext cx="2965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all open requests and assigns each to an available rider.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5968" y="2103120"/>
            <a:ext cx="3514344" cy="329184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446008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46008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00288" y="310896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00288" y="3611880"/>
            <a:ext cx="2965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status in real time: Assigned → Picked Up → Delivered.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lean, verifiable stack: Node.js/Express API over SQLite, with a simple frontend on top.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488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2148840"/>
            <a:ext cx="7891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HTML/JS — manual “Refresh List” action (no push or polling yet)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566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3375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337560"/>
            <a:ext cx="7891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— REST endpoints for assign, status, and delivery CRUD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7548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5262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4526280"/>
            <a:ext cx="7891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Retailer, Rider, DeliveryRequest, StatusEvent tables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repo: github.com/keishaochieng/reflex-backend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Data 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moves from logged to delivered.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9556" y="292608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19556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14116" y="292608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71316" y="292608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71316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Rider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65876" y="292608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323076" y="292608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23076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517636" y="292608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974836" y="292608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74836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57200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transition writes a StatusEvent — timestamped, building the audit trail retailers don't have today (transaction-safety and actor-attribution refinements are on the near-term list).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Cases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today, verified against the actual codebase — not hypothetical.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assignment race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2057400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B23A4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54880" y="205740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920240"/>
            <a:ext cx="5971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simultaneous assigns can both succeed — last write wins silently.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15184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615184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 / role enforcement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752344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B23A4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275234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2615184"/>
            <a:ext cx="5971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client can call any endpoint regardless of persona.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310128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F4F6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31012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rider assignment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447288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B23A4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344728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3310128"/>
            <a:ext cx="5971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button always sends rider_id: 1 — no dynamic rider picker.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005072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005072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/ out-of-order status transitions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4142232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C98A2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54880" y="414223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4005072"/>
            <a:ext cx="5971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string accepted as status; no enum or transition-order check.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700016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F4F6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700016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 handling on fetch calls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4837176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C98A2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754880" y="483717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0" y="4700016"/>
            <a:ext cx="5971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failures are silent — no res.ok check, no user-facing message.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394960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F4F6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5394960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gap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5532120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C98A2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754880" y="55321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0" y="5394960"/>
            <a:ext cx="5971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StatusEvent now logs every change, but updated_by is wrong on assign events; inserts aren't transaction-safe.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089904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F4F6F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77240" y="6089904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Scan-to-confirm &amp; sync not built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6227064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C98A2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754880" y="622706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0" y="6089904"/>
            <a:ext cx="5971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gap, not a bug — manual refresh only, no scan integration.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knew where this would break — and here's why we accepted 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4505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94560"/>
            <a:ext cx="9994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concurrency guard on assignment — acceptable because collisions are rare at small-retailer volume; fix is a one-line status-guard + 409 check.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6850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29000"/>
            <a:ext cx="9994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API access (no auth yet) — prioritized zero-friction onboarding for the pilot; logistics logic proven first, security gates (WhatsApp OTP) next.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49194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919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663440"/>
            <a:ext cx="9994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sync, not push/polling — battery-first: background polling drains data bundles on budget phones, so users pull data only when they have signal.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build next, in priority order.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240280"/>
            <a:ext cx="10268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(Short-term): Role-based UI — hide dispatcher tools from riders.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291840"/>
            <a:ext cx="10268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(Medium-term): QR scanning to replace manual button-based confirmation.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389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343400"/>
            <a:ext cx="10268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(Long-term): Offline-first engine for updates with zero signal.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source of truth turns delivery status from a guess into a fact — for retailers, dispatchers, and riders alike.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more time: role-based UI first, then QR scan confirmation, then an offline-first engine for zero-signal areas.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2026-08-29T22:19:31Z</dcterms:created>
  <dcterms:modified xsi:type="dcterms:W3CDTF">2026-08-29T22:19:31Z</dcterms:modified>
</cp:coreProperties>
</file>